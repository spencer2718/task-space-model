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Embeddings and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Mobility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Hodge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Bagwell Center for the Study of Markets and Economic Opportunity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Kennesaw State University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Research Fellowship, 2025–26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2700">
            <a:solidFill>
              <a:srgbClr val="4A7FB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reshaping the task content of work.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policy needs a map of the task space: which occupations are nearby, and which transitions between them are feasible.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way to build that map — and a test for whether it works.</a:t>
            </a:r>
            <a:endParaRPr lang="en-US" sz="1400" dirty="0"/>
          </a:p>
        </p:txBody>
      </p:sp>
      <p:pic>
        <p:nvPicPr>
          <p:cNvPr id="6" name="Image 0" descr="figures/fig1_ai_expo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822960"/>
            <a:ext cx="49377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Sentence Embedding?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figures/fig8_embedding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474720" cy="3657600"/>
          </a:xfrm>
          <a:prstGeom prst="rect">
            <a:avLst/>
          </a:prstGeom>
        </p:spPr>
      </p:pic>
      <p:pic>
        <p:nvPicPr>
          <p:cNvPr id="6" name="Image 1" descr="figures/fig9_word_analo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3566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in Semantic 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Embed 2,087 O*NET task descriptions into a continuous space (MPNet, 768d).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Represent each occupation as a distribution over embedded tasks.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 against 89,329 observed job switches (CPS, 2015–2024).</a:t>
            </a:r>
            <a:endParaRPr lang="en-US" sz="1400" dirty="0"/>
          </a:p>
        </p:txBody>
      </p:sp>
      <p:pic>
        <p:nvPicPr>
          <p:cNvPr id="6" name="Image 0" descr="figures/fig3_task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91440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Why Embeddings Matter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figures/fig5_shared_dw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566160" cy="3657600"/>
          </a:xfrm>
          <a:prstGeom prst="rect">
            <a:avLst/>
          </a:prstGeom>
        </p:spPr>
      </p:pic>
      <p:pic>
        <p:nvPicPr>
          <p:cNvPr id="6" name="Image 1" descr="figures/fig6_embedding_simila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14400"/>
            <a:ext cx="43891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Improvement?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two choices to isolate what drives predictive gain: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73152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transport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O*NET ratings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embeddings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 (primary)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Wasserstein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89,329 verified transitions from the CPS. Primary metric: McFadden’s pseudo-R².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Embeddings Dominate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figures/fig2_pseudo_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Measure Captures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Supply-side feasibility, not demand.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destinations ranked highly (MPR = 0.74).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inflows are demand-dominated (ρ = 0.80 with BLS openings).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to AI exposure (r = −0.02) and routine task intensity (r = −0.06). Distinct constructs.</a:t>
            </a:r>
            <a:endParaRPr lang="en-US" sz="1400" dirty="0"/>
          </a:p>
        </p:txBody>
      </p:sp>
      <p:pic>
        <p:nvPicPr>
          <p:cNvPr id="6" name="Image 0" descr="figures/fig4_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44805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transitions only — workers blocked by licensing are absent.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 identification failed: occupation-mean wages ≠ entry wages.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embedding model (MPNet). Domain-specific models could differ.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— task content treated as static.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 forecasts need vacancy, wage, geographic, and institutional data.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improve transition prediction by 74.9% over O*NET baselines (pseudo-R²: 14.1% vs. 6–8%).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from the embedding representation, not optimal transport.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within-origin pathway feasibility, not aggregate allocation.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to AI exposure (r = −0.02) and routine task intensity (r = −0.06).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pre/post COVID (Δα &lt; 1%, p = 0.72).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Hodge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shodge33@students.kennesaw.edu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data: github.com/spencer2718/task-space-model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2700">
            <a:solidFill>
              <a:srgbClr val="4A7FB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pic>
        <p:nvPicPr>
          <p:cNvPr id="5" name="Image 0" descr="figures/fig7_sankey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Embeddings and Occupational Mobility</dc:title>
  <dc:subject>PptxGenJS Presentation</dc:subject>
  <dc:creator>Spencer Hodge</dc:creator>
  <cp:lastModifiedBy>Spencer Hodge</cp:lastModifiedBy>
  <cp:revision>1</cp:revision>
  <dcterms:created xsi:type="dcterms:W3CDTF">2026-03-13T13:32:36Z</dcterms:created>
  <dcterms:modified xsi:type="dcterms:W3CDTF">2026-03-13T13:32:36Z</dcterms:modified>
</cp:coreProperties>
</file>