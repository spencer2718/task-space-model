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 — and a test for whether it works.</a:t>
            </a:r>
            <a:endParaRPr lang="en-US" sz="1400" dirty="0"/>
          </a:p>
        </p:txBody>
      </p:sp>
      <p:pic>
        <p:nvPicPr>
          <p:cNvPr id="6" name="Image 0" descr="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822960"/>
            <a:ext cx="49377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474720" cy="3657600"/>
          </a:xfrm>
          <a:prstGeom prst="rect">
            <a:avLst/>
          </a:prstGeom>
        </p:spPr>
      </p:pic>
      <p:pic>
        <p:nvPicPr>
          <p:cNvPr id="6" name="Image 1" descr="figures/fig9_word_analo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914400"/>
            <a:ext cx="35661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average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transport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ratings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control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(primary)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Validation: 89,329 verified transitions from the CPS. Primary metric: McFadden’s pseudo-R².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200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 Distinct constructs.</a:t>
            </a:r>
            <a:endParaRPr lang="en-US" sz="1400" dirty="0"/>
          </a:p>
        </p:txBody>
      </p:sp>
      <p:pic>
        <p:nvPicPr>
          <p:cNvPr id="6" name="Image 0" descr="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914400"/>
            <a:ext cx="44805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Scope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transitions only — workers blocked by licensing are absent.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Switching cost identification failed: occupation-mean wages ≠ entry wages.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embedding model (MPNet). Domain-specific models could differ.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 — task content treated as static.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Reallocation forecasts need vacancy, wage, geographic, and institutional data.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improve transition prediction by 74.9% over O*NET baselines (pseudo-R²: 14.1% vs. 6–8%).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from the embedding representation, not optimal transport.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within-origin pathway feasibility, not aggregate allocation.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pre/post COVID (Δα &lt; 1%, p = 0.72).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2026-03-13T13:39:19Z</dcterms:created>
  <dcterms:modified xsi:type="dcterms:W3CDTF">2026-03-13T13:39:19Z</dcterms:modified>
</cp:coreProperties>
</file>