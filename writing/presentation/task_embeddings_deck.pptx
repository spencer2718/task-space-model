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question,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474720" cy="3657600"/>
          </a:xfrm>
          <a:prstGeom prst="rect">
            <a:avLst/>
          </a:prstGeom>
        </p:spPr>
      </p:pic>
      <p:pic>
        <p:nvPicPr>
          <p:cNvPr id="6" name="Image 1" descr="../../figures/fig9_word_analo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914400"/>
            <a:ext cx="3566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average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transport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ratings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(primary)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91840"/>
            <a:ext cx="5486400" cy="8046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logit: each worker chooses among destinations weighted by semantic task similarity (α) and institutional proximity (β).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28600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200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 Distinct constructs.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914400"/>
            <a:ext cx="44805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Scope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transitions only — workers blocked by licensing are absent.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embedding model (MPNet). Domain-specific models could differ.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 — task content treated as static.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Reallocation forecasts need vacancy, wage, geographic, and institutional data.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optimal transport.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2026-03-13T16:22:58Z</dcterms:created>
  <dcterms:modified xsi:type="dcterms:W3CDTF">2026-03-13T16:22:58Z</dcterms:modified>
</cp:coreProperties>
</file>