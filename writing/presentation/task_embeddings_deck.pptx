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0116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474720" cy="3657600"/>
          </a:xfrm>
          <a:prstGeom prst="rect">
            <a:avLst/>
          </a:prstGeom>
        </p:spPr>
      </p:pic>
      <p:pic>
        <p:nvPicPr>
          <p:cNvPr id="6" name="Image 1" descr="../../figures/fig9_word_analo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914400"/>
            <a:ext cx="35661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average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transport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ratings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control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(primary)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058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46304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265176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distance dominates.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 add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predictive power.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200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 Distinct constructs.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914400"/>
            <a:ext cx="44805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and Scope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transitions only — workers blocked by licensing are absent.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embedding model (MPNet). Domain-specific models could differ.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— task content treated as static.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Reallocation forecasts need vacancy, wage, geographic, and institutional data.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optimal transport.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2026-03-13T16:11:57Z</dcterms:created>
  <dcterms:modified xsi:type="dcterms:W3CDTF">2026-03-13T16:11:57Z</dcterms:modified>
</cp:coreProperties>
</file>