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3291840" cy="3657600"/>
          </a:xfrm>
          <a:prstGeom prst="rect">
            <a:avLst/>
          </a:prstGeom>
        </p:spPr>
      </p:pic>
      <p:pic>
        <p:nvPicPr>
          <p:cNvPr id="6" name="Image 1" descr="../../figures/fig10_similarity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914400"/>
            <a:ext cx="4754880" cy="33192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 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7772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2026-03-18T00:01:48Z</dcterms:created>
  <dcterms:modified xsi:type="dcterms:W3CDTF">2026-03-18T00:01:48Z</dcterms:modified>
</cp:coreProperties>
</file>