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 —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49377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average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transport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ratings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(primary)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 89,329 verified transitions from the CPS. Primary metric: McFadden’s pseudo-R².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200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 Distinct constructs.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914400"/>
            <a:ext cx="44805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Scope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transitions only — workers blocked by licensing are absent.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cost identification failed: occupation-mean wages ≠ entry wages.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embedding model (MPNet). Domain-specific models could differ.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— task content treated as static.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Reallocation forecasts need vacancy, wage, geographic, and institutional data.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optimal transport.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2026-03-13T13:45:15Z</dcterms:created>
  <dcterms:modified xsi:type="dcterms:W3CDTF">2026-03-13T13:45:15Z</dcterms:modified>
</cp:coreProperties>
</file>