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weights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Euclidean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291840" y="1371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 →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7432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↓</a:t>
            </a:r>
            <a:endParaRPr lang="en-US" sz="1100" dirty="0"/>
          </a:p>
        </p:txBody>
      </p:sp>
      <p:pic>
        <p:nvPicPr>
          <p:cNvPr id="9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actual wage penalties for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switchers with individual-level data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the aggregation method.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2026-03-14T21:11:38Z</dcterms:created>
  <dcterms:modified xsi:type="dcterms:W3CDTF">2026-03-14T21:11:38Z</dcterms:modified>
</cp:coreProperties>
</file>