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 and</a:t>
            </a:r>
            <a:endParaRPr lang="en-US" sz="3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Occupational Mobility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Bagwell Center for the Study of Markets and Economic Opportunity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Kennesaw State University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Undergraduate Research Fellowship, 2025–26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92608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7432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technology is reshaping the labor market.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job is disrupted, what can you switch to?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propose a way to answer that question, and a test for whether it works.</a:t>
            </a:r>
            <a:endParaRPr lang="en-US" sz="1400" dirty="0"/>
          </a:p>
        </p:txBody>
      </p:sp>
      <p:pic>
        <p:nvPicPr>
          <p:cNvPr id="6" name="Image 0" descr="../../figures/fig1_ai_expos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0" y="82296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Sentence Embedding?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pic>
        <p:nvPicPr>
          <p:cNvPr id="5" name="Image 0" descr="../../figures/fig8_embedding_flow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474720" cy="3657600"/>
          </a:xfrm>
          <a:prstGeom prst="rect">
            <a:avLst/>
          </a:prstGeom>
        </p:spPr>
      </p:pic>
      <p:pic>
        <p:nvPicPr>
          <p:cNvPr id="6" name="Image 1" descr="../../figures/fig9_word_analog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914400"/>
            <a:ext cx="35661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in Semantic Space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560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Embed 2,087 O*NET task descriptions into a continuous space (MPNet, 768d).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Represent each occupation as a distribution over embedded tasks.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Test against 89,329 observed job switches (CPS, 2015–2024).</a:t>
            </a:r>
            <a:endParaRPr lang="en-US" sz="1400" dirty="0"/>
          </a:p>
        </p:txBody>
      </p:sp>
      <p:pic>
        <p:nvPicPr>
          <p:cNvPr id="6" name="Image 0" descr="../../figures/fig3_task_scat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91440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Why Embeddings Matter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5" name="Image 0" descr="../../figures/fig5_shared_dw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566160" cy="3657600"/>
          </a:xfrm>
          <a:prstGeom prst="rect">
            <a:avLst/>
          </a:prstGeom>
        </p:spPr>
      </p:pic>
      <p:pic>
        <p:nvPicPr>
          <p:cNvPr id="6" name="Image 1" descr="../../figures/fig6_embedding_similar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914400"/>
            <a:ext cx="438912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the Improvement?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two choices to isolate what drives predictive gain: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645920"/>
          <a:ext cx="7315200" cy="1645920"/>
        </p:xfrm>
        <a:graphic>
          <a:graphicData uri="http://schemas.openxmlformats.org/drawingml/2006/table">
            <a:tbl>
              <a:tblPr/>
              <a:tblGrid>
                <a:gridCol w="2011680"/>
                <a:gridCol w="2651760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average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Optimal transport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O*NET ratings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control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embeddings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Centroid (primary)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Wasserstein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pic>
        <p:nvPicPr>
          <p:cNvPr id="7" name="Image 0" descr="../../figures/fig_logit_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3291840"/>
            <a:ext cx="5486400" cy="80467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logit: each worker chooses among destinations weighted by semantic task similarity (α) and institutional proximity (β).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Result: Embeddings Dominate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../../figures/fig2_pseudo_r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914400"/>
            <a:ext cx="5303520" cy="3749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8288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× Centroid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2286000"/>
          <a:ext cx="3017520" cy="109728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82296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t-stat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 (semantic)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(institutional)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669280" y="34747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89,329 transitions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Pseudo-R² = 14.08%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alternatives (J = 11)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Measure Captures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840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Supply-side feasibility, not demand.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destinations ranked highly (MPR = 0.74).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inflows are demand-dominated (ρ = 0.80 with BLS openings).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 Distinct constructs.</a:t>
            </a:r>
            <a:endParaRPr lang="en-US" sz="1400" dirty="0"/>
          </a:p>
        </p:txBody>
      </p:sp>
      <p:pic>
        <p:nvPicPr>
          <p:cNvPr id="6" name="Image 0" descr="../../figures/fig4_sc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1097280"/>
            <a:ext cx="39319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Pathways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Paper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2377440" cy="685800"/>
          </a:xfrm>
          <a:prstGeom prst="roundRect">
            <a:avLst>
              <a:gd name="adj" fmla="val 10667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916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distance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99339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pseudo-R² = 14.1%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560320"/>
            <a:ext cx="2377440" cy="685800"/>
          </a:xfrm>
          <a:prstGeom prst="roundRect">
            <a:avLst>
              <a:gd name="adj" fmla="val 10667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6060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barriers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90779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33.7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474720"/>
            <a:ext cx="2377440" cy="685800"/>
          </a:xfrm>
          <a:prstGeom prst="roundRect">
            <a:avLst>
              <a:gd name="adj" fmla="val 10667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5204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across COVID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382219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0.72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926080" y="2514600"/>
            <a:ext cx="54864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3657600" y="10972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Pathways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57600" y="164592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794760" y="169164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integration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0" y="16916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with vacancy data to predict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flows, not just feasibility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0" y="242316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794760" y="246888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wage data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0" y="24688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switching costs structurally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rather than calibrating externally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0" y="320040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794760" y="32461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task content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0" y="32461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how occupations’ task profiles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evolve as technology diffuses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0" y="397764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3794760" y="402336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shock modeling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0" y="402336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AI exposure as a function of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embeddings, not static scores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improve transition prediction by 74.9% over O*NET baselines (pseudo-R²: 14.1% vs. 6–8%).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gain is from the embedding representation, not optimal transport.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within-origin pathway feasibility, not aggregate allocation.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pre/post COVID (Δα &lt; 1%, p = 0.72).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6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shodge33@students.kennesaw.edu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data: github.com/spencer2718/task-space-model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60604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000" dirty="0"/>
          </a:p>
        </p:txBody>
      </p:sp>
      <p:pic>
        <p:nvPicPr>
          <p:cNvPr id="5" name="Image 0" descr="../../figures/fig7_sankey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8229600" cy="38404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Embeddings and Occupational Mobility</dc:title>
  <dc:subject>PptxGenJS Presentation</dc:subject>
  <dc:creator>Spencer Hodge</dc:creator>
  <cp:lastModifiedBy>Spencer Hodge</cp:lastModifiedBy>
  <cp:revision>1</cp:revision>
  <dcterms:created xsi:type="dcterms:W3CDTF">2026-03-13T16:52:37Z</dcterms:created>
  <dcterms:modified xsi:type="dcterms:W3CDTF">2026-03-13T16:52:37Z</dcterms:modified>
</cp:coreProperties>
</file>