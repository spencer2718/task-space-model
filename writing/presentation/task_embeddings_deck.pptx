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Embeddings and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Occupational Mobility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Hodge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Bagwell Center for the Study of Markets and Economic Opportunity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Kennesaw State University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Undergraduate Research Fellowship, 2025–26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2700">
            <a:solidFill>
              <a:srgbClr val="4A7FB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technology is reshaping the labor market.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job is disrupted, what can you switch to?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propose a way to answer that question, and a test for whether it works.</a:t>
            </a:r>
            <a:endParaRPr lang="en-US" sz="1400" dirty="0"/>
          </a:p>
        </p:txBody>
      </p:sp>
      <p:pic>
        <p:nvPicPr>
          <p:cNvPr id="6" name="Image 0" descr="../../figures/fig1_ai_expos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82296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Sentence Embedding?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5" name="Image 0" descr="../../figures/fig8_embedding_flow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3291840" cy="3657600"/>
          </a:xfrm>
          <a:prstGeom prst="rect">
            <a:avLst/>
          </a:prstGeom>
        </p:spPr>
      </p:pic>
      <p:pic>
        <p:nvPicPr>
          <p:cNvPr id="6" name="Image 1" descr="../../figures/fig10_similarity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914400"/>
            <a:ext cx="475488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in Semantic Space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560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Embed 2,087 O*NET task descriptions into a continuous space (MPNet, 768d).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Represent each occupation as a distribution over embedded tasks.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 against 89,329 observed job switches (CPS, 2015–2024).</a:t>
            </a:r>
            <a:endParaRPr lang="en-US" sz="1400" dirty="0"/>
          </a:p>
        </p:txBody>
      </p:sp>
      <p:pic>
        <p:nvPicPr>
          <p:cNvPr id="6" name="Image 0" descr="../../figures/fig3_task_scat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914400"/>
            <a:ext cx="5029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Why Embeddings Matter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5" name="Image 0" descr="../../figures/fig5_shared_dw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3566160" cy="3657600"/>
          </a:xfrm>
          <a:prstGeom prst="rect">
            <a:avLst/>
          </a:prstGeom>
        </p:spPr>
      </p:pic>
      <p:pic>
        <p:nvPicPr>
          <p:cNvPr id="6" name="Image 1" descr="../../figures/fig6_embedding_simila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914400"/>
            <a:ext cx="438912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the Improvement?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Crossing two choices to isolate what drives predictive gain: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645920"/>
          <a:ext cx="7315200" cy="1645920"/>
        </p:xfrm>
        <a:graphic>
          <a:graphicData uri="http://schemas.openxmlformats.org/drawingml/2006/table">
            <a:tbl>
              <a:tblPr/>
              <a:tblGrid>
                <a:gridCol w="2011680"/>
                <a:gridCol w="2651760"/>
                <a:gridCol w="26517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i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Representation ↓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O*NET weights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Euclidean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embeddings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Centroid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Wasserstein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pic>
        <p:nvPicPr>
          <p:cNvPr id="7" name="Image 0" descr="../../figures/fig_logit_e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3291840"/>
            <a:ext cx="5486400" cy="8046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logit: each worker chooses among destinations weighted by semantic task similarity (α) and institutional proximity (β).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Result: Embeddings Dominate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../../figures/fig2_pseudo_r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914400"/>
            <a:ext cx="5303520" cy="3749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18288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× Centroid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2286000"/>
          <a:ext cx="3017520" cy="109728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7772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t-stat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7FB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(semantic)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7.404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β (institutional)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D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669280" y="347472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89,329 transitions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 = 14.08%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alternatives (J = 11)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Measure Captures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38404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Supply-side feasibility, not demand.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destinations ranked highly (MPR = 0.74).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inflows are demand-dominated (ρ = 0.80 with BLS openings).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to AI exposure (r = −0.02) and routine task intensity (r = −0.06).</a:t>
            </a:r>
            <a:endParaRPr lang="en-US" sz="1400" dirty="0"/>
          </a:p>
        </p:txBody>
      </p:sp>
      <p:pic>
        <p:nvPicPr>
          <p:cNvPr id="6" name="Image 0" descr="../../figures/fig4_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097280"/>
            <a:ext cx="393192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Pathways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8F0F8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distance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pseudo-R² = 14.1%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8F0F8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7432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barriers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33.7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8F0F8"/>
          </a:solidFill>
          <a:ln w="15240">
            <a:solidFill>
              <a:srgbClr val="4A7F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across COVID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0.72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26080" y="3108960"/>
            <a:ext cx="54864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3657600" y="1097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657600" y="164592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0160">
            <a:solidFill>
              <a:srgbClr val="CCCCC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794760" y="16916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integration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169164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with vacancy data to predict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realized flows, not just feasibility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0" y="242316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0160">
            <a:solidFill>
              <a:srgbClr val="CCCCCC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794760" y="24688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wage data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24688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actual wage penalties for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switchers with individual-level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320040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0160">
            <a:solidFill>
              <a:srgbClr val="CCCCC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3794760" y="3246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task content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3246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how occupations’ task profiles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recompose as technology diffuses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3977640"/>
            <a:ext cx="4846320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0160">
            <a:solidFill>
              <a:srgbClr val="CCCCCC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794760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shock modeling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402336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AI exposure as a function of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embeddings, not static scores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improve transition prediction by 74.9% over O*NET baselines (pseudo-R²: 14.1% vs. 6–8%).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gain is from the embedding representation, not the aggregation method.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within-origin pathway feasibility, not aggregate allocation.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 to AI exposure (r = −0.02) and routine task intensity (r = −0.06).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pre/post COVID (Δα &lt; 1%, p = 0.72).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Spencer Hodge</a:t>
            </a:r>
            <a:endParaRPr lang="en-US" sz="16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shodge33@students.kennesaw.edu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7F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&amp; data: github.com/spencer2718/task-space-model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2700">
            <a:solidFill>
              <a:srgbClr val="4A7FB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37160"/>
            <a:ext cx="8229600" cy="0"/>
          </a:xfrm>
          <a:prstGeom prst="line">
            <a:avLst/>
          </a:prstGeom>
          <a:noFill/>
          <a:ln w="19050">
            <a:solidFill>
              <a:srgbClr val="4A7FB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</a:t>
            </a:r>
            <a:endParaRPr lang="en-US" sz="1000" dirty="0"/>
          </a:p>
        </p:txBody>
      </p:sp>
      <p:pic>
        <p:nvPicPr>
          <p:cNvPr id="5" name="Image 0" descr="../../figures/fig7_sankey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14400"/>
            <a:ext cx="8229600" cy="3840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Embeddings and Occupational Mobility</dc:title>
  <dc:subject>PptxGenJS Presentation</dc:subject>
  <dc:creator>Spencer Hodge</dc:creator>
  <cp:lastModifiedBy>Spencer Hodge</cp:lastModifiedBy>
  <cp:revision>1</cp:revision>
  <dcterms:created xsi:type="dcterms:W3CDTF">2026-03-17T23:27:10Z</dcterms:created>
  <dcterms:modified xsi:type="dcterms:W3CDTF">2026-03-17T23:27:10Z</dcterms:modified>
</cp:coreProperties>
</file>