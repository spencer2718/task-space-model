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Embeddings and</a:t>
            </a:r>
            <a:endParaRPr lang="en-US" sz="32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Occupational Mobility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Spencer Hodge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30175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Bagwell Center for the Study of Markets and Economic Opportunity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Kennesaw State University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Undergraduate Research Fellowship, 2025–26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0" y="2926080"/>
            <a:ext cx="2743200" cy="0"/>
          </a:xfrm>
          <a:prstGeom prst="line">
            <a:avLst/>
          </a:prstGeom>
          <a:noFill/>
          <a:ln w="12700">
            <a:solidFill>
              <a:srgbClr val="4A7FB5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27432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technology is reshaping the labor market.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 job is disrupted, what can you switch to?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propose a way to answer that question — and a test for whether it works.</a:t>
            </a:r>
            <a:endParaRPr lang="en-US" sz="1400" dirty="0"/>
          </a:p>
        </p:txBody>
      </p:sp>
      <p:pic>
        <p:nvPicPr>
          <p:cNvPr id="6" name="Image 0" descr="../../figures/fig1_ai_expos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74720" y="822960"/>
            <a:ext cx="493776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Sentence Embedding?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pic>
        <p:nvPicPr>
          <p:cNvPr id="5" name="Image 0" descr="../../figures/fig8_embedding_flow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3474720" cy="3657600"/>
          </a:xfrm>
          <a:prstGeom prst="rect">
            <a:avLst/>
          </a:prstGeom>
        </p:spPr>
      </p:pic>
      <p:pic>
        <p:nvPicPr>
          <p:cNvPr id="6" name="Image 1" descr="../../figures/fig9_word_analog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914400"/>
            <a:ext cx="356616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in Semantic Space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25603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Embed 2,087 O*NET task descriptions into a continuous space (MPNet, 768d).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Represent each occupation as a distribution over embedded tasks.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Test against 89,329 observed job switches (CPS, 2015–2024).</a:t>
            </a:r>
            <a:endParaRPr lang="en-US" sz="1400" dirty="0"/>
          </a:p>
        </p:txBody>
      </p:sp>
      <p:pic>
        <p:nvPicPr>
          <p:cNvPr id="6" name="Image 0" descr="../../figures/fig3_task_scat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0" y="914400"/>
            <a:ext cx="50292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Why Embeddings Matter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pic>
        <p:nvPicPr>
          <p:cNvPr id="5" name="Image 0" descr="../../figures/fig5_shared_dw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3566160" cy="3657600"/>
          </a:xfrm>
          <a:prstGeom prst="rect">
            <a:avLst/>
          </a:prstGeom>
        </p:spPr>
      </p:pic>
      <p:pic>
        <p:nvPicPr>
          <p:cNvPr id="6" name="Image 1" descr="../../figures/fig6_embedding_similar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914400"/>
            <a:ext cx="438912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Drives the Improvement?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Crossing two choices to isolate what drives predictive gain: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645920"/>
          <a:ext cx="7315200" cy="1645920"/>
        </p:xfrm>
        <a:graphic>
          <a:graphicData uri="http://schemas.openxmlformats.org/drawingml/2006/table">
            <a:tbl>
              <a:tblPr/>
              <a:tblGrid>
                <a:gridCol w="2011680"/>
                <a:gridCol w="2651760"/>
                <a:gridCol w="26517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 average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Optimal transport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O*NET ratings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 control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 embeddings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Centroid (primary)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Wasserstein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Validation: 89,329 verified transitions from the CPS. Primary metric: McFadden’s pseudo-R².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Result: Embeddings Dominate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pic>
        <p:nvPicPr>
          <p:cNvPr id="5" name="Image 0" descr="../../figures/fig2_pseudo_r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8229600" cy="37490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Measure Captures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3200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Supply-side feasibility, not demand.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Realized destinations ranked highly (MPR = 0.74).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inflows are demand-dominated (ρ = 0.80 with BLS openings).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Orthogonal to AI exposure (r = −0.02) and routine task intensity (r = −0.06). Distinct constructs.</a:t>
            </a:r>
            <a:endParaRPr lang="en-US" sz="1400" dirty="0"/>
          </a:p>
        </p:txBody>
      </p:sp>
      <p:pic>
        <p:nvPicPr>
          <p:cNvPr id="6" name="Image 0" descr="../../figures/fig4_sco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0" y="914400"/>
            <a:ext cx="448056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and Scope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 transitions only — workers blocked by licensing are absent.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embedding model (MPNet). Domain-specific models could differ.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Cross-sectional — task content treated as static.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Reallocation forecasts need vacancy, wage, geographic, and institutional data.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improve transition prediction by 74.9% over O*NET baselines (pseudo-R²: 14.1% vs. 6–8%).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gain is from the embedding representation, not optimal transport.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within-origin pathway feasibility, not aggregate allocation.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Orthogonal to AI exposure (r = −0.02) and routine task intensity (r = −0.06).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pre/post COVID (Δα &lt; 1%, p = 0.72).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Spencer Hodge</a:t>
            </a:r>
            <a:endParaRPr lang="en-US" sz="16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shodge33@students.kennesaw.edu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&amp; data: github.com/spencer2718/task-space-model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0" y="2606040"/>
            <a:ext cx="2743200" cy="0"/>
          </a:xfrm>
          <a:prstGeom prst="line">
            <a:avLst/>
          </a:prstGeom>
          <a:noFill/>
          <a:ln w="12700">
            <a:solidFill>
              <a:srgbClr val="4A7FB5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Pipeline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</a:t>
            </a:r>
            <a:endParaRPr lang="en-US" sz="1000" dirty="0"/>
          </a:p>
        </p:txBody>
      </p:sp>
      <p:pic>
        <p:nvPicPr>
          <p:cNvPr id="5" name="Image 0" descr="../../figures/fig7_sankey_pip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8229600" cy="38404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Embeddings and Occupational Mobility</dc:title>
  <dc:subject>PptxGenJS Presentation</dc:subject>
  <dc:creator>Spencer Hodge</dc:creator>
  <cp:lastModifiedBy>Spencer Hodge</cp:lastModifiedBy>
  <cp:revision>1</cp:revision>
  <dcterms:created xsi:type="dcterms:W3CDTF">2026-03-13T14:40:37Z</dcterms:created>
  <dcterms:modified xsi:type="dcterms:W3CDTF">2026-03-13T14:40:37Z</dcterms:modified>
</cp:coreProperties>
</file>