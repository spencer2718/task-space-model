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 and</a:t>
            </a:r>
            <a:endParaRPr lang="en-US" sz="3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Occupational Mobility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Bagwell Center for the Study of Markets and Economic Opportunity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Kennesaw State University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Undergraduate Research Fellowship, 2025–26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92608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0116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technology is reshaping the labor market.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job is disrupted, what can you switch to?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propose a way to answer that question — and a test for whether it works.</a:t>
            </a:r>
            <a:endParaRPr lang="en-US" sz="1400" dirty="0"/>
          </a:p>
        </p:txBody>
      </p:sp>
      <p:pic>
        <p:nvPicPr>
          <p:cNvPr id="6" name="Image 0" descr="../../figures/fig1_ai_expos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822960"/>
            <a:ext cx="566928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Sentence Embedding?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pic>
        <p:nvPicPr>
          <p:cNvPr id="5" name="Image 0" descr="../../figures/fig8_embedding_flow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474720" cy="3657600"/>
          </a:xfrm>
          <a:prstGeom prst="rect">
            <a:avLst/>
          </a:prstGeom>
        </p:spPr>
      </p:pic>
      <p:pic>
        <p:nvPicPr>
          <p:cNvPr id="6" name="Image 1" descr="../../figures/fig9_word_analog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914400"/>
            <a:ext cx="35661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in Semantic Space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560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Embed 2,087 O*NET task descriptions into a continuous space (MPNet, 768d).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Represent each occupation as a distribution over embedded tasks.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Test against 89,329 observed job switches (CPS, 2015–2024).</a:t>
            </a:r>
            <a:endParaRPr lang="en-US" sz="1400" dirty="0"/>
          </a:p>
        </p:txBody>
      </p:sp>
      <p:pic>
        <p:nvPicPr>
          <p:cNvPr id="6" name="Image 0" descr="../../figures/fig3_task_scat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91440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Why Embeddings Matter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5" name="Image 0" descr="../../figures/fig5_shared_dw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566160" cy="3657600"/>
          </a:xfrm>
          <a:prstGeom prst="rect">
            <a:avLst/>
          </a:prstGeom>
        </p:spPr>
      </p:pic>
      <p:pic>
        <p:nvPicPr>
          <p:cNvPr id="6" name="Image 1" descr="../../figures/fig6_embedding_similar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914400"/>
            <a:ext cx="438912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the Improvement?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two choices to isolate what drives predictive gain: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645920"/>
          <a:ext cx="7315200" cy="1645920"/>
        </p:xfrm>
        <a:graphic>
          <a:graphicData uri="http://schemas.openxmlformats.org/drawingml/2006/table">
            <a:tbl>
              <a:tblPr/>
              <a:tblGrid>
                <a:gridCol w="2011680"/>
                <a:gridCol w="2651760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average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Optimal transport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O*NET ratings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control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embeddings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Centroid (primary)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Wasserstein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pic>
        <p:nvPicPr>
          <p:cNvPr id="7" name="Image 0" descr="../../figures/fig_logit_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3291840"/>
            <a:ext cx="6400800" cy="4572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Validation: 89,329 verified transitions from the CPS. Primary metric: McFadden’s pseudo-R².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Result: Embeddings Dominate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../../figures/fig2_pseudo_r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914400"/>
            <a:ext cx="5303520" cy="3749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058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× Centroid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463040"/>
          <a:ext cx="3017520" cy="109728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82296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t-stat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 (semantic)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(institutional)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669280" y="265176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89,329 transitions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Pseudo-R² = 14.08%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alternatives (J = 11)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0" y="34747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distance dominates.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barriers add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predictive power.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Measure Captures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200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Supply-side feasibility, not demand.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destinations ranked highly (MPR = 0.74).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inflows are demand-dominated (ρ = 0.80 with BLS openings).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 Distinct constructs.</a:t>
            </a:r>
            <a:endParaRPr lang="en-US" sz="1400" dirty="0"/>
          </a:p>
        </p:txBody>
      </p:sp>
      <p:pic>
        <p:nvPicPr>
          <p:cNvPr id="6" name="Image 0" descr="../../figures/fig4_sc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914400"/>
            <a:ext cx="44805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and Scope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transitions only — workers blocked by licensing are absent.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embedding model (MPNet). Domain-specific models could differ.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Cross-sectional — task content treated as static.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Reallocation forecasts need vacancy, wage, geographic, and institutional data.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improve transition prediction by 74.9% over O*NET baselines (pseudo-R²: 14.1% vs. 6–8%).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gain is from the embedding representation, not optimal transport.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within-origin pathway feasibility, not aggregate allocation.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pre/post COVID (Δα &lt; 1%, p = 0.72).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6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shodge33@students.kennesaw.edu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data: github.com/spencer2718/task-space-model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60604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000" dirty="0"/>
          </a:p>
        </p:txBody>
      </p:sp>
      <p:pic>
        <p:nvPicPr>
          <p:cNvPr id="5" name="Image 0" descr="../../figures/fig7_sankey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8229600" cy="38404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Embeddings and Occupational Mobility</dc:title>
  <dc:subject>PptxGenJS Presentation</dc:subject>
  <dc:creator>Spencer Hodge</dc:creator>
  <cp:lastModifiedBy>Spencer Hodge</cp:lastModifiedBy>
  <cp:revision>1</cp:revision>
  <dcterms:created xsi:type="dcterms:W3CDTF">2026-03-13T15:59:43Z</dcterms:created>
  <dcterms:modified xsi:type="dcterms:W3CDTF">2026-03-13T15:59:43Z</dcterms:modified>
</cp:coreProperties>
</file>