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switching costs structurally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calibrating externally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evolve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2026-03-13T16:57:07Z</dcterms:created>
  <dcterms:modified xsi:type="dcterms:W3CDTF">2026-03-13T16:57:07Z</dcterms:modified>
</cp:coreProperties>
</file>