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../../figures/fig10_similarity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 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Representation 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weights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Euclidean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960120"/>
                <a:gridCol w="77724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97280"/>
            <a:ext cx="39319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distance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14.1%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33.7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947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COVID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0.72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3108960"/>
            <a:ext cx="54864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657600" y="1097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164592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794760" y="16916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691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vacancy data to predict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flows, not just feasibility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42316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794760" y="2468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wage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actual wage penalties for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switchers with individual-level data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20040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794760" y="3246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task content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3246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how occupations’ task profiles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recompose as technology diffuses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9776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794760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shock modeling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 exposure as a function of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embeddings, not static scores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the aggregation method.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2026-03-17T23:14:07Z</dcterms:created>
  <dcterms:modified xsi:type="dcterms:W3CDTF">2026-03-17T23:14:07Z</dcterms:modified>
</cp:coreProperties>
</file>