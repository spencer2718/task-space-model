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 and</a:t>
            </a:r>
            <a:endParaRPr lang="en-US" sz="3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Occupational Mobility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Bagwell Center for the Study of Markets and Economic Opportunity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Kennesaw State University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 Research Fellowship, 2025–26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743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technology is reshaping the labor market.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job is disrupted, what can you switch to?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propose a way to answer that question, and a test for whether it works.</a:t>
            </a:r>
            <a:endParaRPr lang="en-US" sz="1400" dirty="0"/>
          </a:p>
        </p:txBody>
      </p:sp>
      <p:pic>
        <p:nvPicPr>
          <p:cNvPr id="6" name="Image 0" descr="../../figures/fig1_ai_expo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0" y="82296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Sentence Embedding?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5" name="Image 0" descr="../../figures/fig8_embedding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3291840" cy="3657600"/>
          </a:xfrm>
          <a:prstGeom prst="rect">
            <a:avLst/>
          </a:prstGeom>
        </p:spPr>
      </p:pic>
      <p:pic>
        <p:nvPicPr>
          <p:cNvPr id="6" name="Image 1" descr="../../figures/fig10_similarity_heat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914400"/>
            <a:ext cx="4754880" cy="33192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in Semantic 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560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Embed 2,087 O*NET task descriptions into a continuous space (MPNet, 768d).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Represent each occupation as a distribution over embedded tasks.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Test against 89,329 observed job switches (CPS, 2015–2024).</a:t>
            </a:r>
            <a:endParaRPr lang="en-US" sz="1400" dirty="0"/>
          </a:p>
        </p:txBody>
      </p:sp>
      <p:pic>
        <p:nvPicPr>
          <p:cNvPr id="6" name="Image 0" descr="../../figures/fig3_task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91440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Why Embeddings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../../figures/fig5_shared_dw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566160" cy="3657600"/>
          </a:xfrm>
          <a:prstGeom prst="rect">
            <a:avLst/>
          </a:prstGeom>
        </p:spPr>
      </p:pic>
      <p:pic>
        <p:nvPicPr>
          <p:cNvPr id="6" name="Image 1" descr="../../figures/fig6_embedding_simila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91440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Improvement?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two choices to isolate what drives predictive gain: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45920"/>
          <a:ext cx="7315200" cy="164592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i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 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i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Representation 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O*NET weights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Euclidean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embeddings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 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Wasserstein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../../figures/fig_logit_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291840"/>
            <a:ext cx="5486400" cy="8046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logit: each worker chooses among destinations weighted by semantic task similarity (α) and institutional proximity (β).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Result: Embeddings Dominate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../../figures/fig2_pseudo_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0"/>
            <a:ext cx="530352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828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× Centroid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2286000"/>
          <a:ext cx="3017520" cy="1097280"/>
        </p:xfrm>
        <a:graphic>
          <a:graphicData uri="http://schemas.openxmlformats.org/drawingml/2006/table">
            <a:tbl>
              <a:tblPr/>
              <a:tblGrid>
                <a:gridCol w="1280160"/>
                <a:gridCol w="960120"/>
                <a:gridCol w="77724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t-stat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 (semantic)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(institutional)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0" y="34747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89,329 transitions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14.08%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alternatives (J = 11)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Measure Captures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840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 feasibility, not demand.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destinations ranked highly (MPR = 0.74).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inflows are demand-dominated (ρ = 0.80 with BLS openings).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400" dirty="0"/>
          </a:p>
        </p:txBody>
      </p:sp>
      <p:pic>
        <p:nvPicPr>
          <p:cNvPr id="6" name="Image 0" descr="../../figures/fig4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97280"/>
            <a:ext cx="39319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Pathways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91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distance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14.1%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43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barriers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1089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33.7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947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across COVID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160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0.72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926080" y="3108960"/>
            <a:ext cx="54864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657600" y="1097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0" y="164592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794760" y="169164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0" y="16916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vacancy data to predict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flows, not just feasibility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0" y="242316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794760" y="246888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wage data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0" y="24688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actual wage penalties for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switchers with individual-level data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320040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794760" y="32461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task content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0" y="32461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how occupations’ task profiles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recompose as technology diffuses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0" y="397764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3794760" y="40233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shock modeling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0" y="40233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AI exposure as a function of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embeddings, not static scores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improve transition prediction by 74.9% over O*NET baselines (pseudo-R²: 14.1% vs. 6–8%).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 is from the embedding representation, not the aggregation method.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within-origin pathway feasibility, not aggregate allocation.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pre/post COVID (Δα &lt; 1%, p = 0.72).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shodge33@students.kennesaw.edu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data: github.com/spencer2718/task-space-model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pic>
        <p:nvPicPr>
          <p:cNvPr id="5" name="Image 0" descr="../../figures/fig7_sankey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Embeddings and Occupational Mobility</dc:title>
  <dc:subject>PptxGenJS Presentation</dc:subject>
  <dc:creator>Spencer Hodge</dc:creator>
  <cp:lastModifiedBy>Spencer Hodge</cp:lastModifiedBy>
  <cp:revision>1</cp:revision>
  <dcterms:created xsi:type="dcterms:W3CDTF">2026-03-17T23:48:45Z</dcterms:created>
  <dcterms:modified xsi:type="dcterms:W3CDTF">2026-03-17T23:48:45Z</dcterms:modified>
</cp:coreProperties>
</file>