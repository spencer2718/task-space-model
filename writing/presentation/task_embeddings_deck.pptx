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 —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49377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P(j | i)  ∝  exp( −α · d_sem(i,j)  −  β · d_inst(i,j) 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89,329 verified transitions from the CPS. Primary metric: McFadden’s pseudo-R².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05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46304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265176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distance dominates.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 add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predictive power.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914400"/>
            <a:ext cx="4480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transitions only — workers blocked by licensing are absent.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embedding model (MPNet). Domain-specific models could differ.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— task content treated as static.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forecasts need vacancy, wage, geographic, and institutional data.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2026-03-13T15:46:21Z</dcterms:created>
  <dcterms:modified xsi:type="dcterms:W3CDTF">2026-03-13T15:46:21Z</dcterms:modified>
</cp:coreProperties>
</file>