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question,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82296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3291840" cy="3657600"/>
          </a:xfrm>
          <a:prstGeom prst="rect">
            <a:avLst/>
          </a:prstGeom>
        </p:spPr>
      </p:pic>
      <p:pic>
        <p:nvPicPr>
          <p:cNvPr id="6" name="Image 1" descr="../../figures/fig10_similarity_hea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914400"/>
            <a:ext cx="4754880" cy="33192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i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 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i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Representation 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weights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Euclidean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../../figures/fig_logit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91840"/>
            <a:ext cx="5486400" cy="8046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logit: each worker chooses among destinations weighted by semantic task similarity (α) and institutional proximity (β).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530352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× Centroid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286000"/>
          <a:ext cx="3017520" cy="1097280"/>
        </p:xfrm>
        <a:graphic>
          <a:graphicData uri="http://schemas.openxmlformats.org/drawingml/2006/table">
            <a:tbl>
              <a:tblPr/>
              <a:tblGrid>
                <a:gridCol w="1280160"/>
                <a:gridCol w="960120"/>
                <a:gridCol w="77724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t-stat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(semantic)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(institutional)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0" y="3474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89,329 transitions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14.08%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alternatives (J = 11)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840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97280"/>
            <a:ext cx="39319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Pathways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distance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14.1%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43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barriers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33.7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947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across COVID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160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0.72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26080" y="3108960"/>
            <a:ext cx="54864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657600" y="1097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0" y="164592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794760" y="169164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16916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vacancy data to predict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flows, not just feasibility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0" y="242316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794760" y="24688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wage data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0" y="24688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actual wage penalties for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switchers with individual-level data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320040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794760" y="32461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task content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0" y="32461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how occupations’ task profiles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recompose as technology diffuses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397764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3794760" y="40233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shock modeling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0" y="40233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AI exposure as a function of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embeddings, not static scores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2026-03-17T23:58:51Z</dcterms:created>
  <dcterms:modified xsi:type="dcterms:W3CDTF">2026-03-17T23:58:51Z</dcterms:modified>
</cp:coreProperties>
</file>